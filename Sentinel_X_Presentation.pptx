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138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mith MR" userId="004a803b90191308" providerId="LiveId" clId="{14301CA3-1E0A-4896-A55F-516468851811}"/>
    <pc:docChg chg="custSel modSld">
      <pc:chgData name="Namith MR" userId="004a803b90191308" providerId="LiveId" clId="{14301CA3-1E0A-4896-A55F-516468851811}" dt="2026-08-14T13:22:45.771" v="33" actId="255"/>
      <pc:docMkLst>
        <pc:docMk/>
      </pc:docMkLst>
      <pc:sldChg chg="modSp mod">
        <pc:chgData name="Namith MR" userId="004a803b90191308" providerId="LiveId" clId="{14301CA3-1E0A-4896-A55F-516468851811}" dt="2026-08-14T13:21:44.972" v="16" actId="20577"/>
        <pc:sldMkLst>
          <pc:docMk/>
          <pc:sldMk cId="0" sldId="256"/>
        </pc:sldMkLst>
        <pc:spChg chg="mod">
          <ac:chgData name="Namith MR" userId="004a803b90191308" providerId="LiveId" clId="{14301CA3-1E0A-4896-A55F-516468851811}" dt="2026-08-14T13:20:37.591" v="0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Namith MR" userId="004a803b90191308" providerId="LiveId" clId="{14301CA3-1E0A-4896-A55F-516468851811}" dt="2026-08-14T13:21:44.972" v="16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Namith MR" userId="004a803b90191308" providerId="LiveId" clId="{14301CA3-1E0A-4896-A55F-516468851811}" dt="2026-08-14T13:22:14.273" v="20" actId="1076"/>
        <pc:sldMkLst>
          <pc:docMk/>
          <pc:sldMk cId="0" sldId="257"/>
        </pc:sldMkLst>
        <pc:spChg chg="mod">
          <ac:chgData name="Namith MR" userId="004a803b90191308" providerId="LiveId" clId="{14301CA3-1E0A-4896-A55F-516468851811}" dt="2026-08-14T13:22:14.273" v="20" actId="107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Namith MR" userId="004a803b90191308" providerId="LiveId" clId="{14301CA3-1E0A-4896-A55F-516468851811}" dt="2026-08-14T13:22:45.771" v="33" actId="255"/>
        <pc:sldMkLst>
          <pc:docMk/>
          <pc:sldMk cId="0" sldId="258"/>
        </pc:sldMkLst>
        <pc:spChg chg="mod">
          <ac:chgData name="Namith MR" userId="004a803b90191308" providerId="LiveId" clId="{14301CA3-1E0A-4896-A55F-516468851811}" dt="2026-08-14T13:22:45.771" v="33" actId="255"/>
          <ac:spMkLst>
            <pc:docMk/>
            <pc:sldMk cId="0" sldId="258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2842" y="295488"/>
            <a:ext cx="7772400" cy="1470025"/>
          </a:xfrm>
        </p:spPr>
        <p:txBody>
          <a:bodyPr/>
          <a:lstStyle/>
          <a:p>
            <a:pPr>
              <a:defRPr b="1">
                <a:solidFill>
                  <a:srgbClr val="06B6D4"/>
                </a:solidFill>
              </a:defRPr>
            </a:pPr>
            <a:r>
              <a:rPr dirty="0"/>
              <a:t>Sentinel X AI Engine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4500" y="1765512"/>
            <a:ext cx="8056657" cy="4216187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endParaRPr lang="en-US" dirty="0"/>
          </a:p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Project Work Introductory Seminar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Department of Computer Applications</a:t>
            </a:r>
          </a:p>
          <a:p>
            <a:pPr>
              <a:defRPr>
                <a:solidFill>
                  <a:srgbClr val="FFFFFF"/>
                </a:solidFill>
              </a:defRPr>
            </a:pPr>
            <a:endParaRPr lang="en-US" dirty="0"/>
          </a:p>
          <a:p>
            <a:pPr>
              <a:defRPr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Team: Balaji R, Namith M R, Jagadeesh 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6B6D4"/>
                </a:solidFill>
              </a:defRPr>
            </a:pPr>
            <a:r>
              <a:t>Agenda of your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578850" cy="5156200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E6EBF0"/>
                </a:solidFill>
              </a:defRPr>
            </a:pPr>
            <a:r>
              <a:rPr sz="2800" dirty="0"/>
              <a:t>Introduction to Sentinel X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rPr sz="2800" dirty="0"/>
              <a:t>Existing Systems &amp; Literature Survey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rPr sz="2800" dirty="0"/>
              <a:t>Limitations of Existing Systems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rPr sz="2800" dirty="0"/>
              <a:t>Proposed System, Objective &amp; Methodology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rPr sz="2800" dirty="0"/>
              <a:t>Hardware &amp; Software Requirements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rPr sz="2800" dirty="0"/>
              <a:t>Core Modules Identified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rPr sz="2800" dirty="0"/>
              <a:t>Applicability in the Present Scenario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rPr sz="2800" dirty="0"/>
              <a:t>Team Roles &amp; Contributions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rPr sz="2800" dirty="0"/>
              <a:t>Future Scope and Advancements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rPr sz="2800" dirty="0"/>
              <a:t>Visualizations of End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6B6D4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4450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E6EBF0"/>
                </a:solidFill>
              </a:defRPr>
            </a:pPr>
            <a:r>
              <a:rPr dirty="0"/>
              <a:t>Sentinel X is a hybrid cybersecurity AI dashboard.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rPr dirty="0"/>
              <a:t>Designed to detect zero-day phishing links and synthetic media (deepfakes).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rPr dirty="0"/>
              <a:t>Integrates machine learning with deterministic heuristic rules.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rPr dirty="0"/>
              <a:t>Provides automated, natural-language incident mitigation for end users.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6B6D4"/>
                </a:solidFill>
              </a:defRPr>
            </a:pPr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BF0"/>
                </a:solidFill>
              </a:defRPr>
            </a:pPr>
            <a:r>
              <a:t>Standard cybersecurity scanners rely on basic lexical URL patterns.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Traditional image forensics rely purely on raw pixel metadata (EXIF).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Existing threat dashboards only alert users but offer no active recovery steps.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6B6D4"/>
                </a:solidFill>
              </a:defRPr>
            </a:pPr>
            <a:r>
              <a:t>Brief on the literature survey carried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BF0"/>
                </a:solidFill>
              </a:defRPr>
            </a:pPr>
            <a:r>
              <a:t>Research concludes CNNs (Convolutional Neural Networks) effectively detect raw GAN artifacts.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Studies show deepfake detection accuracy severely drops post-JPEG compression.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Research indicates lexical URL scanners consistently miss third-party adware distributors.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Conclusion: AI alone is insufficient; hybrid heuristic models are required for edge cases.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6B6D4"/>
                </a:solidFill>
              </a:defRPr>
            </a:pPr>
            <a:r>
              <a:t>Limitations of 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BF0"/>
                </a:solidFill>
              </a:defRPr>
            </a:pPr>
            <a:r>
              <a:t>Disadvantage 1: Standard AI fails on highly compressed media (WhatsApp/Telegram).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Disadvantage 2: Scanners miss hidden zero-day malware on legal domains (Softonic, APK mirrors).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Disadvantage 3: High false-positive rates on synthetic-looking system UI screenshots.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Disadvantage 4: Users are left stranded without technical guidance after a threat is found.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6B6D4"/>
                </a:solidFill>
              </a:defRPr>
            </a:pPr>
            <a:r>
              <a:t>Proposed System, Its objective and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BF0"/>
                </a:solidFill>
              </a:defRPr>
            </a:pPr>
            <a:r>
              <a:t>Objective: Build a hybrid AI that overcomes edge-case bypasses and guides users.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Methodology &amp; How it Overcomes Limitations: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1. Bypasses WhatsApp compression using Error Level Analysis (ELA) and Laplacian variance.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2. Overrides AI URL false-negatives with aggressive heuristic APK/malware keyword engines.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3. Implements screenshot logic to prevent false positives on flat digital UI graphics.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4. Triggers local Llama-3 LLM to generate instant, 3-step JSON mitigation action plans.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6B6D4"/>
                </a:solidFill>
              </a:defRPr>
            </a:pPr>
            <a:r>
              <a:t>Hardware and Software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BF0"/>
                </a:solidFill>
              </a:defRPr>
            </a:pPr>
            <a:r>
              <a:t>Hardware Requirements: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- High-performance processor (Core i7 / Ryzen 7 or equivalent).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- Dedicated GPU for local tensor computation (e.g., RTX 40-series / MSI Crosshair 16 HX).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- Minimum 16GB RAM for local LLM inference.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Software Requirements: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- Python 3.11+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- FastAPI, Uvicorn, PyTorch, OpenCV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- Ollama (Local Llama-3 Runtime)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- Frontend: HTML5, Tailwind CSS, JavaScript (Fetch API)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6B6D4"/>
                </a:solidFill>
              </a:defRPr>
            </a:pPr>
            <a:r>
              <a:t>Modules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BF0"/>
                </a:solidFill>
              </a:defRPr>
            </a:pPr>
            <a:r>
              <a:t>Phishing &amp; URL Scanner Engine (phishing_engine.py)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Deepfake &amp; Image Forensics Engine (deepfake_engine.py)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AI Mitigation Chatbot Expert (llm_expert.py)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FastAPI REST Gateway &amp; Crypto Ledger (main.py)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WebAuthn &amp; Interactive Dashboard (index.html)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6B6D4"/>
                </a:solidFill>
              </a:defRPr>
            </a:pPr>
            <a:r>
              <a:t>Applicability of the project in the present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BF0"/>
                </a:solidFill>
              </a:defRPr>
            </a:pPr>
            <a:r>
              <a:t>Protects everyday users from modern social engineering and deepfake scams.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Intercepts malicious third-party APK downloads common on messaging apps.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Provides enterprise-grade threat intelligence in an accessible, local environment.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Requires zero internet connection for the AI engine, ensuring total data privacy.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6B6D4"/>
                </a:solidFill>
              </a:defRPr>
            </a:pPr>
            <a:r>
              <a:t>Team Roles &amp;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BF0"/>
                </a:solidFill>
              </a:defRPr>
            </a:pPr>
            <a:r>
              <a:t>Balaji R (Frontend &amp; Architecture): Designed dark-mode UI, implemented WebAuthn Passkeys, and built API JSON data piping.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Namith M R (AI &amp; ML Core): Built PyTorch vision model, integrated ELA for WhatsApp compression, and engineered screenshot heuristics.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Jagadeesh N (Backend &amp; Integration): Developed FastAPI backend, engineered the Phishing URL rules, and integrated the Llama-3 expert system.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6B6D4"/>
                </a:solidFill>
              </a:defRPr>
            </a:pPr>
            <a:r>
              <a:t>Future Scope and Advancements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BF0"/>
                </a:solidFill>
              </a:defRPr>
            </a:pPr>
            <a:r>
              <a:t>Development of a web browser extension for real-time phishing and deepfake interception.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Expansion of machine learning models to detect deepfake audio and voice cloning.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Migration to a scalable cloud architecture for enterprise API access.</a:t>
            </a:r>
          </a:p>
          <a:p>
            <a:pPr>
              <a:defRPr sz="2000">
                <a:solidFill>
                  <a:srgbClr val="E6EBF0"/>
                </a:solidFill>
              </a:defRPr>
            </a:pPr>
            <a:r>
              <a:t>Integration of real-time global threat feeds to dynamically update heuristic blocklists.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6B6D4"/>
                </a:solidFill>
              </a:defRPr>
            </a:pPr>
            <a:r>
              <a:t>Visualizations of end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BF0"/>
                </a:solidFill>
              </a:defRPr>
            </a:pPr>
            <a:r>
              <a:t>(Paste your Dashboard, Security Ledger, and AI Mitigation screenshots here)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699</Words>
  <Application>Microsoft Office PowerPoint</Application>
  <PresentationFormat>On-screen Show (4:3)</PresentationFormat>
  <Paragraphs>76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Sentinel X AI Engine</vt:lpstr>
      <vt:lpstr>Agenda of your presentation</vt:lpstr>
      <vt:lpstr>Introduction</vt:lpstr>
      <vt:lpstr>Existing System</vt:lpstr>
      <vt:lpstr>Brief on the literature survey carried out</vt:lpstr>
      <vt:lpstr>Limitations of Existing system</vt:lpstr>
      <vt:lpstr>Proposed System, Its objective and Methodology</vt:lpstr>
      <vt:lpstr>Hardware and Software requirements</vt:lpstr>
      <vt:lpstr>Modules identified</vt:lpstr>
      <vt:lpstr>Applicability of the project in the present scenario</vt:lpstr>
      <vt:lpstr>Team Roles &amp; Contributions</vt:lpstr>
      <vt:lpstr>Future Scope and Advancements</vt:lpstr>
      <vt:lpstr>Visualizations of end product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Namith MR</cp:lastModifiedBy>
  <cp:revision>1</cp:revision>
  <dcterms:created xsi:type="dcterms:W3CDTF">2013-01-27T09:14:16Z</dcterms:created>
  <dcterms:modified xsi:type="dcterms:W3CDTF">2026-08-14T13:22:50Z</dcterms:modified>
  <cp:category/>
</cp:coreProperties>
</file>